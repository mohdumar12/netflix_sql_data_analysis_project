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6EED-4B62-4DD4-B2AC-8B8278A20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8B211-8488-48F3-A1EF-0CF484148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C97E6-6BCC-46DB-8496-E1B46043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DD735-3B16-4A3E-9D76-758586B1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0B4D-2313-4E46-8452-B8F7333A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1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6692-156E-47EB-8BE9-BD977C4F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F7D7-8D91-4025-A4E3-5921A8CC4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A0F08-938C-4B8E-814D-AB3B785B5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3ACB-9784-4FE3-AC96-76C5524D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07CAB-741B-4907-8D1E-A6AF8671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FB8-0D6C-4B0A-9167-E5B8C4F9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9C1B8-4B5C-4530-9B16-862D7F567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F44F0-CB95-4691-B2DB-CC1D1A6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D28B-217D-4DF6-8B26-ED265020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46757-259C-443C-84EE-3AA9C483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5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4DD80-9F47-4953-9346-FAFE21FA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F4151-0D69-40CF-B129-1954C9580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F0257-DE7E-4E73-AC8C-DC62D4A5E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EC206-CCD5-48F4-9041-7825EC51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E85FF-C280-4080-857B-1CCC9C60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D8FCE-3CBD-43D9-A202-6BB33365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4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9FDF-5736-4C34-8B9C-4EC0BF3D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AB8B4-E4A8-4B4B-AECA-C36D0E23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BFECD-C273-4825-95D3-402CD8E4A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A2947-4A61-4FF2-8B52-2B6902798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BE779-D88C-4193-9F05-A97D95228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19632-7DF5-450A-9EF4-3BF3E024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B3CCC-979A-41BD-994F-1940F453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0E764-CA73-4232-A69D-40D3B09E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8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2F03-23F0-4D8E-A23C-3D9E0050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98153-3AC4-46AE-BDC9-AA1A4A12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DBCE1-F51D-4F3A-B657-EB4A9AAB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DE3BD-EF39-4B80-8F24-57341551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0F563-C78B-4758-A411-B5656F27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9BE7C-15A6-48A9-A482-A3B77587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018EF-52E7-41B0-BCF7-FE51EA58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59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2C5E-1BB8-419D-A5FD-C2FD77B1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9079-B7C4-43B2-9AC8-82CECDB8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AF909-0DCB-4014-8ABD-6E89B712A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FE614-EEF0-4C73-AA71-BE0BB2AD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5283F-D5EE-4821-A2C1-CE749907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51543-C406-42E6-ADED-DBEBAF3F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5AB9-F2B1-4BDE-A106-668F8DD7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C4908-3405-4800-B0C3-1B73581DA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1E676-7D1F-465A-A2C9-4CAA69E7C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5B6C0-02A9-4550-960D-C28E008B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5C210-D290-4A52-AD63-7696AEA8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6C8ED-5E22-4446-BAD3-76661D2B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5E7B-6F18-4D1A-915F-AA9206B8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22B6A-F632-4BFA-B403-A67DFA17A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1B95-FDD0-44F2-B2EE-75A49821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600BA-5B60-407D-A9F2-A916C8BC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DE33B-0E4F-438D-81A4-E592602F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4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DF148-EFE9-49DD-BC28-931809ECB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E16F9-C815-4A48-BF2F-50A22CBE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4A776-5AD2-4789-A6EC-646D9A3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70A4A-0779-4354-B60C-B91591AB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3D6DF-5E89-4482-B746-6FC4FD3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7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20C32-0DA1-4A92-BCEE-79C44D50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7B743-DEFF-40FA-864C-982CC0B26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5040E-1D8D-4AD1-992B-5E74F90C5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46AE0-E172-4642-A4F0-66288988C47C}" type="datetimeFigureOut">
              <a:rPr lang="en-US" smtClean="0"/>
              <a:t>06-Jun-26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D329-DDED-4732-9F21-4B7DB8149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D1A95-C2E1-404D-B0E0-251033B0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CB708-F944-48BB-B098-855FAC576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9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D9EE-1261-4279-AE7A-C1971F066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72D45-18DE-40C9-ABA6-9F1849D97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938B9-B8FB-46CE-B193-99C5687D9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47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367AC2-63D7-46AF-B68F-397BA8128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040" y="6216487"/>
            <a:ext cx="1386960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9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63204-59EA-48BC-A33E-B305D6856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EF8B80-56CF-4F9F-951F-FD6967F60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743" y="6104467"/>
            <a:ext cx="1263257" cy="63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2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F147F-AD56-442E-A142-B1F07DC61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EDAD1-96EB-4AB5-9277-E8D8D610B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590" y="6045200"/>
            <a:ext cx="1036410" cy="5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039231-B517-445B-98CE-ADF828BA2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78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ED9B5D-41C7-47F6-8AC1-A0A8E4E32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70" y="4825999"/>
            <a:ext cx="1044030" cy="279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7DB50-B7EA-40E1-BC2C-3C4FEC1AE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1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5D0857-C2A9-4677-9383-DAC647191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4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A3669-92E8-4B84-92AF-6182D4125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5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385B7-3123-49FE-9E9E-42D980507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4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66F85E-AF95-4D89-9134-5F68F33AB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1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34CFB-B8E4-4E8F-892E-96178F29B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6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CE20B-EBA4-4A75-B648-9B56E1F8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D79D14-9033-4509-8DC5-978D93C08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12192000" cy="679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17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Afridi</dc:creator>
  <cp:lastModifiedBy>Mohammad Afridi</cp:lastModifiedBy>
  <cp:revision>12</cp:revision>
  <dcterms:created xsi:type="dcterms:W3CDTF">2026-06-04T21:09:48Z</dcterms:created>
  <dcterms:modified xsi:type="dcterms:W3CDTF">2026-06-05T21:12:26Z</dcterms:modified>
</cp:coreProperties>
</file>